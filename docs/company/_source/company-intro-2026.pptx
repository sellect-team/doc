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29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623" r:id="rId18"/>
    <p:sldId id="625" r:id="rId19"/>
    <p:sldId id="597" r:id="rId20"/>
    <p:sldId id="624" r:id="rId21"/>
    <p:sldId id="617" r:id="rId22"/>
    <p:sldId id="626" r:id="rId23"/>
    <p:sldId id="627" r:id="rId24"/>
    <p:sldId id="628" r:id="rId25"/>
    <p:sldId id="629" r:id="rId26"/>
    <p:sldId id="630" r:id="rId27"/>
    <p:sldId id="448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23"/>
            <p14:sldId id="625"/>
            <p14:sldId id="597"/>
            <p14:sldId id="624"/>
            <p14:sldId id="617"/>
            <p14:sldId id="626"/>
            <p14:sldId id="627"/>
            <p14:sldId id="628"/>
            <p14:sldId id="629"/>
            <p14:sldId id="630"/>
            <p14:sldId id="448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0.svg"/><Relationship Id="rId5" Type="http://schemas.openxmlformats.org/officeDocument/2006/relationships/image" Target="../media/image99.svg"/><Relationship Id="rId4" Type="http://schemas.openxmlformats.org/officeDocument/2006/relationships/image" Target="../media/image98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svg"/><Relationship Id="rId13" Type="http://schemas.openxmlformats.org/officeDocument/2006/relationships/image" Target="../media/image113.svg"/><Relationship Id="rId3" Type="http://schemas.openxmlformats.org/officeDocument/2006/relationships/image" Target="../media/image103.png"/><Relationship Id="rId7" Type="http://schemas.openxmlformats.org/officeDocument/2006/relationships/image" Target="../media/image107.svg"/><Relationship Id="rId12" Type="http://schemas.openxmlformats.org/officeDocument/2006/relationships/image" Target="../media/image112.svg"/><Relationship Id="rId17" Type="http://schemas.openxmlformats.org/officeDocument/2006/relationships/image" Target="../media/image117.png"/><Relationship Id="rId2" Type="http://schemas.openxmlformats.org/officeDocument/2006/relationships/image" Target="../media/image102.png"/><Relationship Id="rId16" Type="http://schemas.openxmlformats.org/officeDocument/2006/relationships/image" Target="../media/image116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6.svg"/><Relationship Id="rId11" Type="http://schemas.openxmlformats.org/officeDocument/2006/relationships/image" Target="../media/image111.svg"/><Relationship Id="rId5" Type="http://schemas.openxmlformats.org/officeDocument/2006/relationships/image" Target="../media/image105.png"/><Relationship Id="rId15" Type="http://schemas.openxmlformats.org/officeDocument/2006/relationships/image" Target="../media/image115.svg"/><Relationship Id="rId10" Type="http://schemas.openxmlformats.org/officeDocument/2006/relationships/image" Target="../media/image110.svg"/><Relationship Id="rId4" Type="http://schemas.openxmlformats.org/officeDocument/2006/relationships/image" Target="../media/image104.png"/><Relationship Id="rId9" Type="http://schemas.openxmlformats.org/officeDocument/2006/relationships/image" Target="../media/image109.svg"/><Relationship Id="rId14" Type="http://schemas.openxmlformats.org/officeDocument/2006/relationships/image" Target="../media/image114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svg"/><Relationship Id="rId3" Type="http://schemas.openxmlformats.org/officeDocument/2006/relationships/image" Target="../media/image118.svg"/><Relationship Id="rId7" Type="http://schemas.openxmlformats.org/officeDocument/2006/relationships/image" Target="../media/image122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1.svg"/><Relationship Id="rId5" Type="http://schemas.openxmlformats.org/officeDocument/2006/relationships/image" Target="../media/image120.svg"/><Relationship Id="rId4" Type="http://schemas.openxmlformats.org/officeDocument/2006/relationships/image" Target="../media/image119.sv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svg"/><Relationship Id="rId13" Type="http://schemas.openxmlformats.org/officeDocument/2006/relationships/image" Target="../media/image133.svg"/><Relationship Id="rId3" Type="http://schemas.openxmlformats.org/officeDocument/2006/relationships/image" Target="../media/image124.svg"/><Relationship Id="rId7" Type="http://schemas.openxmlformats.org/officeDocument/2006/relationships/image" Target="../media/image128.svg"/><Relationship Id="rId12" Type="http://schemas.openxmlformats.org/officeDocument/2006/relationships/image" Target="../media/image118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7.svg"/><Relationship Id="rId11" Type="http://schemas.openxmlformats.org/officeDocument/2006/relationships/image" Target="../media/image132.svg"/><Relationship Id="rId5" Type="http://schemas.openxmlformats.org/officeDocument/2006/relationships/image" Target="../media/image126.svg"/><Relationship Id="rId10" Type="http://schemas.openxmlformats.org/officeDocument/2006/relationships/image" Target="../media/image131.svg"/><Relationship Id="rId4" Type="http://schemas.openxmlformats.org/officeDocument/2006/relationships/image" Target="../media/image125.svg"/><Relationship Id="rId9" Type="http://schemas.openxmlformats.org/officeDocument/2006/relationships/image" Target="../media/image130.svg"/><Relationship Id="rId14" Type="http://schemas.openxmlformats.org/officeDocument/2006/relationships/image" Target="../media/image119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svg"/><Relationship Id="rId3" Type="http://schemas.openxmlformats.org/officeDocument/2006/relationships/image" Target="../media/image134.svg"/><Relationship Id="rId7" Type="http://schemas.openxmlformats.org/officeDocument/2006/relationships/image" Target="../media/image13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7.svg"/><Relationship Id="rId5" Type="http://schemas.openxmlformats.org/officeDocument/2006/relationships/image" Target="../media/image136.svg"/><Relationship Id="rId4" Type="http://schemas.openxmlformats.org/officeDocument/2006/relationships/image" Target="../media/image135.svg"/><Relationship Id="rId9" Type="http://schemas.openxmlformats.org/officeDocument/2006/relationships/image" Target="../media/image140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활용 사례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-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73명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Insight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Insight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Portal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73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10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5년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10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10년 이상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5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InsightPortal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InsightAgent+Ops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73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–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사례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F5856-6C8E-1E60-4561-AB842CED3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B84BF4E-7902-9915-A3EC-34015E428DCF}"/>
              </a:ext>
            </a:extLst>
          </p:cNvPr>
          <p:cNvSpPr/>
          <p:nvPr/>
        </p:nvSpPr>
        <p:spPr>
          <a:xfrm>
            <a:off x="0" y="23545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감사합니다</a:t>
            </a: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36861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4020</Words>
  <Application>Microsoft Office PowerPoint</Application>
  <PresentationFormat>화면 슬라이드 쇼(16:9)</PresentationFormat>
  <Paragraphs>660</Paragraphs>
  <Slides>27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6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5년, 팀워크는 10년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Insight Mate (Excel – Plug In)</vt:lpstr>
      <vt:lpstr>Tableau 데이터 문화 교육프로그램</vt:lpstr>
      <vt:lpstr>Tableau Extension 지원 아키텍처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innermate - Solution Introduction</dc:title>
  <dc:subject>PptxGenJS Presentation</dc:subject>
  <dc:creator>SailingStone</dc:creator>
  <cp:lastModifiedBy>준홍 민</cp:lastModifiedBy>
  <cp:revision>83</cp:revision>
  <dcterms:created xsi:type="dcterms:W3CDTF">2026-05-21T10:23:19Z</dcterms:created>
  <dcterms:modified xsi:type="dcterms:W3CDTF">2026-08-24T06:27:13Z</dcterms:modified>
</cp:coreProperties>
</file>