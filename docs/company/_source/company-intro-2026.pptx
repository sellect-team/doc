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2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17" r:id="rId25"/>
    <p:sldId id="626" r:id="rId26"/>
    <p:sldId id="627" r:id="rId27"/>
    <p:sldId id="628" r:id="rId28"/>
    <p:sldId id="629" r:id="rId29"/>
    <p:sldId id="630" r:id="rId30"/>
    <p:sldId id="636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63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svg"/><Relationship Id="rId5" Type="http://schemas.openxmlformats.org/officeDocument/2006/relationships/image" Target="../media/image123.svg"/><Relationship Id="rId4" Type="http://schemas.openxmlformats.org/officeDocument/2006/relationships/image" Target="../media/image12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svg"/><Relationship Id="rId13" Type="http://schemas.openxmlformats.org/officeDocument/2006/relationships/image" Target="../media/image136.svg"/><Relationship Id="rId3" Type="http://schemas.openxmlformats.org/officeDocument/2006/relationships/image" Target="../media/image127.svg"/><Relationship Id="rId7" Type="http://schemas.openxmlformats.org/officeDocument/2006/relationships/image" Target="../media/image131.svg"/><Relationship Id="rId12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0.svg"/><Relationship Id="rId11" Type="http://schemas.openxmlformats.org/officeDocument/2006/relationships/image" Target="../media/image135.svg"/><Relationship Id="rId5" Type="http://schemas.openxmlformats.org/officeDocument/2006/relationships/image" Target="../media/image129.svg"/><Relationship Id="rId10" Type="http://schemas.openxmlformats.org/officeDocument/2006/relationships/image" Target="../media/image134.svg"/><Relationship Id="rId4" Type="http://schemas.openxmlformats.org/officeDocument/2006/relationships/image" Target="../media/image128.svg"/><Relationship Id="rId9" Type="http://schemas.openxmlformats.org/officeDocument/2006/relationships/image" Target="../media/image133.svg"/><Relationship Id="rId14" Type="http://schemas.openxmlformats.org/officeDocument/2006/relationships/image" Target="../media/image12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현장에서 확인된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80명 (2026. 08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예시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E58166-7F18-528D-E7DE-8A65E88351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7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4048</Words>
  <Application>Microsoft Office PowerPoint</Application>
  <PresentationFormat>화면 슬라이드 쇼(16:9)</PresentationFormat>
  <Paragraphs>659</Paragraphs>
  <Slides>30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9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87</cp:revision>
  <dcterms:created xsi:type="dcterms:W3CDTF">2026-05-21T10:23:19Z</dcterms:created>
  <dcterms:modified xsi:type="dcterms:W3CDTF">2026-08-27T12:53:11Z</dcterms:modified>
</cp:coreProperties>
</file>