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5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622" r:id="rId9"/>
    <p:sldId id="621" r:id="rId10"/>
    <p:sldId id="611" r:id="rId11"/>
    <p:sldId id="302" r:id="rId12"/>
    <p:sldId id="589" r:id="rId13"/>
    <p:sldId id="590" r:id="rId14"/>
    <p:sldId id="592" r:id="rId15"/>
    <p:sldId id="593" r:id="rId16"/>
    <p:sldId id="548" r:id="rId17"/>
    <p:sldId id="633" r:id="rId18"/>
    <p:sldId id="634" r:id="rId19"/>
    <p:sldId id="635" r:id="rId20"/>
    <p:sldId id="623" r:id="rId21"/>
    <p:sldId id="625" r:id="rId22"/>
    <p:sldId id="597" r:id="rId23"/>
    <p:sldId id="624" r:id="rId24"/>
    <p:sldId id="637" r:id="rId25"/>
    <p:sldId id="638" r:id="rId26"/>
    <p:sldId id="639" r:id="rId27"/>
    <p:sldId id="617" r:id="rId28"/>
    <p:sldId id="626" r:id="rId29"/>
    <p:sldId id="627" r:id="rId30"/>
    <p:sldId id="628" r:id="rId31"/>
    <p:sldId id="629" r:id="rId32"/>
    <p:sldId id="630" r:id="rId33"/>
    <p:sldId id="636" r:id="rId3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3"/>
            <p14:sldId id="634"/>
            <p14:sldId id="635"/>
            <p14:sldId id="623"/>
            <p14:sldId id="625"/>
            <p14:sldId id="597"/>
            <p14:sldId id="624"/>
            <p14:sldId id="637"/>
            <p14:sldId id="638"/>
            <p14:sldId id="639"/>
            <p14:sldId id="617"/>
            <p14:sldId id="626"/>
            <p14:sldId id="627"/>
            <p14:sldId id="628"/>
            <p14:sldId id="629"/>
            <p14:sldId id="630"/>
            <p14:sldId id="636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3.svg"/><Relationship Id="rId5" Type="http://schemas.openxmlformats.org/officeDocument/2006/relationships/image" Target="../media/image102.svg"/><Relationship Id="rId4" Type="http://schemas.openxmlformats.org/officeDocument/2006/relationships/image" Target="../media/image10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6.svg"/><Relationship Id="rId3" Type="http://schemas.openxmlformats.org/officeDocument/2006/relationships/image" Target="../media/image106.png"/><Relationship Id="rId7" Type="http://schemas.openxmlformats.org/officeDocument/2006/relationships/image" Target="../media/image110.svg"/><Relationship Id="rId12" Type="http://schemas.openxmlformats.org/officeDocument/2006/relationships/image" Target="../media/image115.svg"/><Relationship Id="rId17" Type="http://schemas.openxmlformats.org/officeDocument/2006/relationships/image" Target="../media/image120.png"/><Relationship Id="rId2" Type="http://schemas.openxmlformats.org/officeDocument/2006/relationships/image" Target="../media/image105.png"/><Relationship Id="rId16" Type="http://schemas.openxmlformats.org/officeDocument/2006/relationships/image" Target="../media/image119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9.svg"/><Relationship Id="rId11" Type="http://schemas.openxmlformats.org/officeDocument/2006/relationships/image" Target="../media/image114.svg"/><Relationship Id="rId5" Type="http://schemas.openxmlformats.org/officeDocument/2006/relationships/image" Target="../media/image108.png"/><Relationship Id="rId15" Type="http://schemas.openxmlformats.org/officeDocument/2006/relationships/image" Target="../media/image118.svg"/><Relationship Id="rId10" Type="http://schemas.openxmlformats.org/officeDocument/2006/relationships/image" Target="../media/image113.svg"/><Relationship Id="rId4" Type="http://schemas.openxmlformats.org/officeDocument/2006/relationships/image" Target="../media/image107.png"/><Relationship Id="rId9" Type="http://schemas.openxmlformats.org/officeDocument/2006/relationships/image" Target="../media/image112.svg"/><Relationship Id="rId14" Type="http://schemas.openxmlformats.org/officeDocument/2006/relationships/image" Target="../media/image117.sv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svg"/><Relationship Id="rId3" Type="http://schemas.openxmlformats.org/officeDocument/2006/relationships/image" Target="../media/image124.svg"/><Relationship Id="rId7" Type="http://schemas.openxmlformats.org/officeDocument/2006/relationships/image" Target="../media/image128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7.svg"/><Relationship Id="rId5" Type="http://schemas.openxmlformats.org/officeDocument/2006/relationships/image" Target="../media/image126.svg"/><Relationship Id="rId4" Type="http://schemas.openxmlformats.org/officeDocument/2006/relationships/image" Target="../media/image125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svg"/><Relationship Id="rId13" Type="http://schemas.openxmlformats.org/officeDocument/2006/relationships/image" Target="../media/image139.svg"/><Relationship Id="rId3" Type="http://schemas.openxmlformats.org/officeDocument/2006/relationships/image" Target="../media/image130.svg"/><Relationship Id="rId7" Type="http://schemas.openxmlformats.org/officeDocument/2006/relationships/image" Target="../media/image134.svg"/><Relationship Id="rId12" Type="http://schemas.openxmlformats.org/officeDocument/2006/relationships/image" Target="../media/image12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3.svg"/><Relationship Id="rId11" Type="http://schemas.openxmlformats.org/officeDocument/2006/relationships/image" Target="../media/image138.svg"/><Relationship Id="rId5" Type="http://schemas.openxmlformats.org/officeDocument/2006/relationships/image" Target="../media/image132.svg"/><Relationship Id="rId10" Type="http://schemas.openxmlformats.org/officeDocument/2006/relationships/image" Target="../media/image137.svg"/><Relationship Id="rId4" Type="http://schemas.openxmlformats.org/officeDocument/2006/relationships/image" Target="../media/image131.svg"/><Relationship Id="rId9" Type="http://schemas.openxmlformats.org/officeDocument/2006/relationships/image" Target="../media/image136.svg"/><Relationship Id="rId14" Type="http://schemas.openxmlformats.org/officeDocument/2006/relationships/image" Target="../media/image125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svg"/><Relationship Id="rId3" Type="http://schemas.openxmlformats.org/officeDocument/2006/relationships/image" Target="../media/image140.svg"/><Relationship Id="rId7" Type="http://schemas.openxmlformats.org/officeDocument/2006/relationships/image" Target="../media/image144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3.svg"/><Relationship Id="rId5" Type="http://schemas.openxmlformats.org/officeDocument/2006/relationships/image" Target="../media/image142.svg"/><Relationship Id="rId4" Type="http://schemas.openxmlformats.org/officeDocument/2006/relationships/image" Target="../media/image141.svg"/><Relationship Id="rId9" Type="http://schemas.openxmlformats.org/officeDocument/2006/relationships/image" Target="../media/image146.sv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Genploy · Insight Mate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활용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현장에서 확인된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80명 (2026. 08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80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Solution Deep Dive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379BC-446E-8837-73F4-0376BCFB317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6560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A3A11AA6-47C1-8883-9E64-BD9E6390D7C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08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D438269-EDA1-B4D7-470F-000F92AE694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88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C741B62-307C-3AA3-7900-5E7295D95856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1299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64B6E85-4F31-D3ED-FC58-5457B73B3EF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4555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37DD1D4D-3A02-83F8-BECF-77D92C7D3D4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26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AE58166-7F18-528D-E7DE-8A65E883518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5978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4050</Words>
  <Application>Microsoft Office PowerPoint</Application>
  <PresentationFormat>화면 슬라이드 쇼(16:9)</PresentationFormat>
  <Paragraphs>659</Paragraphs>
  <Slides>33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2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90</cp:revision>
  <dcterms:created xsi:type="dcterms:W3CDTF">2026-05-21T10:23:19Z</dcterms:created>
  <dcterms:modified xsi:type="dcterms:W3CDTF">2026-08-31T02:24:35Z</dcterms:modified>
</cp:coreProperties>
</file>